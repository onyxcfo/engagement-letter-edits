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dated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AJAC, Inc. dba George Brazil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5,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6" name="George Brazil logo" descr="preencoded.png"/>
          <p:cNvPicPr>
            <a:picLocks noChangeAspect="1"/>
          </p:cNvPicPr>
          <p:nvPr/>
        </p:nvPicPr>
        <p:blipFill>
          <a:blip r:embed="rId4"/>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3830 S 38th St, Phoenix, AZ 85040</a:t>
            </a:r>
            <a:endParaRPr lang="en-US" sz="1200" dirty="0"/>
          </a:p>
          <a:p>
            <a:pPr marL="0" indent="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marL="0" indent="0">
              <a:lnSpc>
                <a:spcPct val="115000"/>
              </a:lnSpc>
              <a:buNone/>
            </a:pPr>
            <a:r>
              <a:rPr lang="en-US" sz="1200" dirty="0">
                <a:solidFill>
                  <a:schemeClr val="accent3"/>
                </a:solidFill>
              </a:rPr>
              <a:t>October 5, 2026</a:t>
            </a:r>
            <a:endParaRPr lang="en-US" sz="1200" dirty="0"/>
          </a:p>
          <a:p>
            <a:pPr marL="0" indent="0">
              <a:lnSpc>
                <a:spcPct val="115000"/>
              </a:lnSpc>
              <a:buNone/>
            </a:pPr>
            <a:endParaRPr lang="en-US" sz="1200" dirty="0"/>
          </a:p>
          <a:p>
            <a:pPr marL="0" indent="0">
              <a:lnSpc>
                <a:spcPct val="115000"/>
              </a:lnSpc>
              <a:buNone/>
            </a:pPr>
            <a:r>
              <a:rPr lang="en-US" sz="1200" dirty="0">
                <a:solidFill>
                  <a:schemeClr val="accent3"/>
                </a:solidFill>
              </a:rPr>
              <a:t>Marc Erpenbeck, President</a:t>
            </a:r>
            <a:endParaRPr lang="en-US" sz="1200" dirty="0"/>
          </a:p>
          <a:p>
            <a:pPr marL="0" indent="0">
              <a:lnSpc>
                <a:spcPct val="115000"/>
              </a:lnSpc>
              <a:buNone/>
            </a:pPr>
            <a:r>
              <a:rPr lang="en-US" sz="1200" dirty="0">
                <a:solidFill>
                  <a:schemeClr val="accent3"/>
                </a:solidFill>
              </a:rPr>
              <a:t>AJAC, Inc. dba George Brazil</a:t>
            </a:r>
            <a:endParaRPr lang="en-US" sz="1200" dirty="0"/>
          </a:p>
          <a:p>
            <a:pPr marL="0" indent="0">
              <a:lnSpc>
                <a:spcPct val="115000"/>
              </a:lnSpc>
              <a:buNone/>
            </a:pPr>
            <a:r>
              <a:rPr lang="en-US" sz="1200" dirty="0">
                <a:solidFill>
                  <a:schemeClr val="accent3"/>
                </a:solidFill>
              </a:rPr>
              <a:t>3830 S 38th St</a:t>
            </a:r>
            <a:endParaRPr lang="en-US" sz="1200" dirty="0"/>
          </a:p>
          <a:p>
            <a:pPr marL="0" indent="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Marc,</a:t>
            </a:r>
            <a:endParaRPr lang="en-US" sz="1250" dirty="0"/>
          </a:p>
          <a:p>
            <a:pPr marL="0" indent="0">
              <a:lnSpc>
                <a:spcPct val="112000"/>
              </a:lnSpc>
              <a:spcAft>
                <a:spcPts val="1000"/>
              </a:spcAft>
              <a:buNone/>
            </a:pPr>
            <a:r>
              <a:rPr lang="en-US" sz="1250" dirty="0">
                <a:solidFill>
                  <a:schemeClr val="tx1"/>
                </a:solidFill>
              </a:rPr>
              <a:t>Thank you for the time you, Shawne, Josh and Ian gave us at your office on October 2. This proposal accompanies the enclosed engagement letter and describes how Onyx Accounting Group would support George Brazil following your CFO's departure.</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405079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32511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5010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28523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Jessica Bumphus, who joined us at the October 2 meeting, leads the controller work. Staff support is assigned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AJAC, Inc. dba George Brazil Plumbing &amp; Electrical, Phoenix. </a:t>
            </a: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Marc Erpenbeck, President. Ian, in-house accountant, runs the day-to-day. The CFO departed on October 2.</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the executive team</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QStock and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the executive team.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91386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5356784"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611493"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866202"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1476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first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79476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7947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767328"/>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041648"/>
            <a:ext cx="5212080" cy="658368"/>
          </a:xfrm>
          <a:prstGeom prst="rect">
            <a:avLst/>
          </a:prstGeom>
          <a:noFill/>
          <a:ln/>
        </p:spPr>
        <p:txBody>
          <a:bodyPr wrap="square" lIns="0" tIns="0" rIns="0" bIns="0" rtlCol="0" anchor="t"/>
          <a:lstStyle/>
          <a:p>
            <a:pPr marL="0" indent="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72744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72744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70001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4974336"/>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416052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416052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434840"/>
            <a:ext cx="3779215" cy="640080"/>
          </a:xfrm>
          <a:prstGeom prst="rect">
            <a:avLst/>
          </a:prstGeom>
          <a:noFill/>
          <a:ln/>
        </p:spPr>
        <p:txBody>
          <a:bodyPr wrap="square" lIns="0" tIns="0" rIns="0" bIns="0" rtlCol="0" anchor="t"/>
          <a:lstStyle/>
          <a:p>
            <a:pPr marL="0" indent="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5120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5120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39496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6" name="George Brazil logo" descr="preencoded.png"/>
          <p:cNvPicPr>
            <a:picLocks noChangeAspect="1"/>
          </p:cNvPicPr>
          <p:nvPr/>
        </p:nvPicPr>
        <p:blipFill>
          <a:blip r:embed="rId3"/>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 AJAC, Inc. dba George Brazil</a:t>
            </a:r>
            <a:endParaRPr lang="en-US" sz="1100" dirty="0"/>
          </a:p>
          <a:p>
            <a:pPr marL="0" indent="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Steven Nikolov</cp:lastModifiedBy>
  <cp:revision>4</cp:revision>
  <dcterms:created xsi:type="dcterms:W3CDTF">2026-10-05T09:00:00Z</dcterms:created>
  <dcterms:modified xsi:type="dcterms:W3CDTF">2026-10-05T09:00:00Z</dcterms:modified>
</cp:coreProperties>
</file>